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9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146847059" r:id="rId12"/>
    <p:sldId id="2146847060" r:id="rId13"/>
    <p:sldId id="268" r:id="rId14"/>
    <p:sldId id="2146847055" r:id="rId15"/>
    <p:sldId id="269" r:id="rId16"/>
    <p:sldId id="2146847058" r:id="rId17"/>
    <p:sldId id="25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466EFC-1F62-CA2C-07B1-96111B302B1B}" v="154" dt="2023-11-22T13:37:01.483"/>
    <p1510:client id="{47C7BCB7-7546-3717-E035-B2126C89CD1A}" v="2" dt="2023-11-22T12:55:27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1/20/2026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1/20/2026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1/20/2026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1/20/2026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1/20/2026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treamlit.io/" TargetMode="External"/><Relationship Id="rId2" Type="http://schemas.openxmlformats.org/officeDocument/2006/relationships/hyperlink" Target="https://ai.google.dev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github.com/" TargetMode="External"/><Relationship Id="rId4" Type="http://schemas.openxmlformats.org/officeDocument/2006/relationships/hyperlink" Target="https://docs.python.org/3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martfit-student.streamlit.app/" TargetMode="External"/><Relationship Id="rId2" Type="http://schemas.openxmlformats.org/officeDocument/2006/relationships/hyperlink" Target="https://github.com/Raghavapranav3443/SmartFit-Edunet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74510"/>
            <a:ext cx="9144000" cy="977778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title - </a:t>
            </a:r>
            <a:r>
              <a:rPr lang="en-US" sz="2400" dirty="0"/>
              <a:t>Personalized Workout &amp; Diet Planner with AI</a:t>
            </a:r>
            <a:endParaRPr lang="en-US" sz="24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267324" y="1529247"/>
            <a:ext cx="12726648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 dirty="0">
                <a:latin typeface="Arial"/>
                <a:cs typeface="Arial"/>
              </a:rPr>
              <a:t>(CAPSTONE PROJECT)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3897" y="3905713"/>
            <a:ext cx="11248103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r>
              <a:rPr lang="en-US" sz="2400" b="1" dirty="0">
                <a:solidFill>
                  <a:schemeClr val="bg1"/>
                </a:solidFill>
                <a:latin typeface="Arial"/>
                <a:cs typeface="Arial"/>
              </a:rPr>
              <a:t>Student Name : -  JULURU RAGHAVA PRANAV</a:t>
            </a:r>
          </a:p>
          <a:p>
            <a:r>
              <a:rPr lang="en-US" sz="2400" b="1" dirty="0">
                <a:solidFill>
                  <a:schemeClr val="bg1"/>
                </a:solidFill>
                <a:latin typeface="Arial"/>
                <a:cs typeface="Arial"/>
              </a:rPr>
              <a:t>College Name : -  MVSR ENGINEERING COLLEGE</a:t>
            </a:r>
          </a:p>
          <a:p>
            <a:r>
              <a:rPr lang="en-US" sz="2400" b="1" dirty="0">
                <a:solidFill>
                  <a:schemeClr val="bg1"/>
                </a:solidFill>
                <a:latin typeface="Arial"/>
                <a:cs typeface="Arial"/>
              </a:rPr>
              <a:t>Department : - CSE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7291AA0-6BE1-872B-2599-EB2DA193794E}"/>
              </a:ext>
            </a:extLst>
          </p:cNvPr>
          <p:cNvSpPr txBox="1">
            <a:spLocks/>
          </p:cNvSpPr>
          <p:nvPr/>
        </p:nvSpPr>
        <p:spPr>
          <a:xfrm>
            <a:off x="1524000" y="629426"/>
            <a:ext cx="9144000" cy="977778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/>
              <a:t>EDUNET FOUNDATION – IBM SKILLSBUILD | ARTIFICIAL INTELLIGENCE AND MACHINE LEARNING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37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Problem Statement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Proposed 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Project Links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32624"/>
            <a:ext cx="11029616" cy="530296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- </a:t>
            </a:r>
            <a:r>
              <a:rPr lang="en-US" b="1" dirty="0"/>
              <a:t>Personalized Workout &amp; Diet Planner with AI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662920"/>
            <a:ext cx="11029615" cy="4673324"/>
          </a:xfrm>
        </p:spPr>
        <p:txBody>
          <a:bodyPr>
            <a:normAutofit/>
          </a:bodyPr>
          <a:lstStyle/>
          <a:p>
            <a:r>
              <a:rPr lang="en-US" sz="2000" dirty="0"/>
              <a:t>Most existing fitness applications provide </a:t>
            </a:r>
            <a:r>
              <a:rPr lang="en-US" sz="2000" b="1" dirty="0"/>
              <a:t>generic workout and diet plans</a:t>
            </a:r>
            <a:r>
              <a:rPr lang="en-US" sz="2000" dirty="0"/>
              <a:t>.</a:t>
            </a:r>
          </a:p>
          <a:p>
            <a:r>
              <a:rPr lang="en-US" sz="2000" dirty="0"/>
              <a:t>These plans fail to consider </a:t>
            </a:r>
            <a:r>
              <a:rPr lang="en-US" sz="2000" b="1" dirty="0"/>
              <a:t>individual student needs</a:t>
            </a:r>
            <a:r>
              <a:rPr lang="en-US" sz="2000" dirty="0"/>
              <a:t> such as age, body metrics, and fitness goals.</a:t>
            </a:r>
          </a:p>
          <a:p>
            <a:r>
              <a:rPr lang="en-US" sz="2000" b="1" dirty="0"/>
              <a:t>Cultural food habits</a:t>
            </a:r>
            <a:r>
              <a:rPr lang="en-US" sz="2000" dirty="0"/>
              <a:t>, especially region-specific and vegetarian diets, are often ignored.</a:t>
            </a:r>
          </a:p>
          <a:p>
            <a:r>
              <a:rPr lang="en-US" sz="2000" dirty="0"/>
              <a:t>Students have </a:t>
            </a:r>
            <a:r>
              <a:rPr lang="en-US" sz="2000" b="1" dirty="0"/>
              <a:t>budget limitations</a:t>
            </a:r>
            <a:r>
              <a:rPr lang="en-US" sz="2000" dirty="0"/>
              <a:t> and </a:t>
            </a:r>
            <a:r>
              <a:rPr lang="en-US" sz="2000" b="1" dirty="0"/>
              <a:t>limited access to gym equipment</a:t>
            </a:r>
            <a:r>
              <a:rPr lang="en-US" sz="2000" dirty="0"/>
              <a:t>, which most apps overlook.</a:t>
            </a:r>
          </a:p>
          <a:p>
            <a:r>
              <a:rPr lang="en-US" sz="2000" dirty="0"/>
              <a:t>There is a need for an </a:t>
            </a:r>
            <a:r>
              <a:rPr lang="en-US" sz="2000" b="1" dirty="0"/>
              <a:t>AI-based system</a:t>
            </a:r>
            <a:r>
              <a:rPr lang="en-US" sz="2000" dirty="0"/>
              <a:t> that generates:</a:t>
            </a:r>
          </a:p>
          <a:p>
            <a:pPr lvl="1"/>
            <a:r>
              <a:rPr lang="en-US" sz="2000" dirty="0"/>
              <a:t>Personalized workout routines</a:t>
            </a:r>
          </a:p>
          <a:p>
            <a:pPr lvl="1"/>
            <a:r>
              <a:rPr lang="en-US" sz="2000" dirty="0"/>
              <a:t>Practical and affordable diet plans</a:t>
            </a:r>
          </a:p>
          <a:p>
            <a:r>
              <a:rPr lang="en-US" sz="2000" dirty="0"/>
              <a:t>The solution must be </a:t>
            </a:r>
            <a:r>
              <a:rPr lang="en-US" sz="2000" b="1" dirty="0"/>
              <a:t>effective, accessible, and student-centric</a:t>
            </a:r>
            <a:r>
              <a:rPr lang="en-US" sz="2000" dirty="0"/>
              <a:t>, adapting recommendations to real-world constraints.</a:t>
            </a:r>
          </a:p>
          <a:p>
            <a:pPr marL="0" indent="0"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43572"/>
            <a:ext cx="11029616" cy="53029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32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475924"/>
            <a:ext cx="11613485" cy="538207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800" b="1" dirty="0"/>
              <a:t>Proposed Solution: AI-Based Personalized Fitness Planner</a:t>
            </a:r>
          </a:p>
          <a:p>
            <a:r>
              <a:rPr lang="en-US" sz="1800" dirty="0"/>
              <a:t>Develop a </a:t>
            </a:r>
            <a:r>
              <a:rPr lang="en-US" sz="1800" b="1" dirty="0"/>
              <a:t>web-based application</a:t>
            </a:r>
            <a:r>
              <a:rPr lang="en-US" sz="1800" dirty="0"/>
              <a:t> using </a:t>
            </a:r>
            <a:r>
              <a:rPr lang="en-US" sz="1800" b="1" dirty="0"/>
              <a:t>Python and Streamlit</a:t>
            </a:r>
            <a:r>
              <a:rPr lang="en-US" sz="1800" dirty="0"/>
              <a:t> for easy browser access.</a:t>
            </a:r>
          </a:p>
          <a:p>
            <a:r>
              <a:rPr lang="en-US" sz="1800" dirty="0"/>
              <a:t>Use </a:t>
            </a:r>
            <a:r>
              <a:rPr lang="en-US" sz="1800" b="1" dirty="0"/>
              <a:t>AI </a:t>
            </a:r>
            <a:r>
              <a:rPr lang="en-US" sz="1800" dirty="0"/>
              <a:t>to generate </a:t>
            </a:r>
            <a:r>
              <a:rPr lang="en-US" sz="1800" b="1" dirty="0"/>
              <a:t>personalized workout and diet plans</a:t>
            </a:r>
            <a:r>
              <a:rPr lang="en-US" sz="1800" dirty="0"/>
              <a:t>.</a:t>
            </a:r>
          </a:p>
          <a:p>
            <a:r>
              <a:rPr lang="en-US" sz="1800" dirty="0"/>
              <a:t>Collect user-specific inputs such as:</a:t>
            </a:r>
          </a:p>
          <a:p>
            <a:pPr lvl="1"/>
            <a:r>
              <a:rPr lang="en-US" sz="1600" dirty="0"/>
              <a:t>Age, height, weight, fitness goal</a:t>
            </a:r>
          </a:p>
          <a:p>
            <a:pPr lvl="1"/>
            <a:r>
              <a:rPr lang="en-US" sz="1600" dirty="0"/>
              <a:t>Dietary preference (vegetarian / non-vegetarian)</a:t>
            </a:r>
          </a:p>
          <a:p>
            <a:pPr lvl="1"/>
            <a:r>
              <a:rPr lang="en-US" sz="1600" dirty="0"/>
              <a:t>Budget constraints and available equipment</a:t>
            </a:r>
          </a:p>
          <a:p>
            <a:r>
              <a:rPr lang="en-US" sz="1800" dirty="0"/>
              <a:t>Generate </a:t>
            </a:r>
            <a:r>
              <a:rPr lang="en-US" sz="1800" b="1" dirty="0"/>
              <a:t>custom workout routines</a:t>
            </a:r>
            <a:r>
              <a:rPr lang="en-US" sz="1800" dirty="0"/>
              <a:t> suitable for home or gym environments.</a:t>
            </a:r>
          </a:p>
          <a:p>
            <a:r>
              <a:rPr lang="en-US" sz="1800" dirty="0"/>
              <a:t>Provide </a:t>
            </a:r>
            <a:r>
              <a:rPr lang="en-US" sz="1800" b="1" dirty="0"/>
              <a:t>culturally relevant, budget-friendly Indian meal plans</a:t>
            </a:r>
            <a:r>
              <a:rPr lang="en-US" sz="1800" dirty="0"/>
              <a:t>.</a:t>
            </a:r>
          </a:p>
          <a:p>
            <a:r>
              <a:rPr lang="en-US" sz="1800" dirty="0"/>
              <a:t>Ensure the system is:</a:t>
            </a:r>
          </a:p>
          <a:p>
            <a:pPr lvl="1"/>
            <a:r>
              <a:rPr lang="en-US" sz="1600" b="1" dirty="0"/>
              <a:t>Practical</a:t>
            </a:r>
            <a:r>
              <a:rPr lang="en-US" sz="1600" dirty="0"/>
              <a:t> – considers real-life student constraints</a:t>
            </a:r>
          </a:p>
          <a:p>
            <a:pPr lvl="1"/>
            <a:r>
              <a:rPr lang="en-US" sz="1600" b="1" dirty="0"/>
              <a:t>Adaptive</a:t>
            </a:r>
            <a:r>
              <a:rPr lang="en-US" sz="1600" dirty="0"/>
              <a:t> – changes output based on user inputs</a:t>
            </a:r>
          </a:p>
          <a:p>
            <a:pPr lvl="1"/>
            <a:r>
              <a:rPr lang="en-US" sz="1600" b="1" dirty="0"/>
              <a:t>Scalable</a:t>
            </a:r>
            <a:r>
              <a:rPr lang="en-US" sz="1600" dirty="0"/>
              <a:t> – can be deployed easily on Streamlit Cloud</a:t>
            </a:r>
            <a:endParaRPr lang="en-IN" sz="18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10501"/>
            <a:ext cx="11029616" cy="53029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development Approach</a:t>
            </a:r>
            <a:endParaRPr lang="en-US" sz="32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614F04E-6F49-1ECF-2A47-F63BBF04A3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518847"/>
            <a:ext cx="7465570" cy="5093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/>
              <a:t>System Development Approach &amp; Technology Used</a:t>
            </a:r>
          </a:p>
          <a:p>
            <a:r>
              <a:rPr lang="en-US" sz="1600" b="1" dirty="0"/>
              <a:t>Frontend &amp; UI:</a:t>
            </a:r>
            <a:endParaRPr lang="en-US" sz="1600" dirty="0"/>
          </a:p>
          <a:p>
            <a:pPr lvl="1"/>
            <a:r>
              <a:rPr lang="en-US" dirty="0"/>
              <a:t>Built using </a:t>
            </a:r>
            <a:r>
              <a:rPr lang="en-US" b="1" dirty="0"/>
              <a:t>Streamlit</a:t>
            </a:r>
            <a:r>
              <a:rPr lang="en-US" dirty="0"/>
              <a:t> for interactive and responsive web interface</a:t>
            </a:r>
          </a:p>
          <a:p>
            <a:r>
              <a:rPr lang="en-US" sz="1600" b="1" dirty="0"/>
              <a:t>Backend Processing:</a:t>
            </a:r>
            <a:endParaRPr lang="en-US" sz="1600" dirty="0"/>
          </a:p>
          <a:p>
            <a:pPr lvl="1"/>
            <a:r>
              <a:rPr lang="en-US" dirty="0"/>
              <a:t>Implemented in </a:t>
            </a:r>
            <a:r>
              <a:rPr lang="en-US" b="1" dirty="0"/>
              <a:t>Python</a:t>
            </a:r>
            <a:r>
              <a:rPr lang="en-US" dirty="0"/>
              <a:t> for data handling and logic execution</a:t>
            </a:r>
          </a:p>
          <a:p>
            <a:r>
              <a:rPr lang="en-US" sz="1600" b="1" dirty="0"/>
              <a:t>AI Integration:</a:t>
            </a:r>
            <a:endParaRPr lang="en-US" sz="1600" dirty="0"/>
          </a:p>
          <a:p>
            <a:pPr lvl="1"/>
            <a:r>
              <a:rPr lang="en-US" b="1" dirty="0"/>
              <a:t>Google Gemini API</a:t>
            </a:r>
            <a:r>
              <a:rPr lang="en-US" dirty="0"/>
              <a:t> used for generating personalized workout and diet recommendations</a:t>
            </a:r>
          </a:p>
          <a:p>
            <a:r>
              <a:rPr lang="en-US" sz="1600" b="1" dirty="0"/>
              <a:t>System Architecture:</a:t>
            </a:r>
            <a:endParaRPr lang="en-US" sz="1600" dirty="0"/>
          </a:p>
          <a:p>
            <a:pPr lvl="1"/>
            <a:r>
              <a:rPr lang="en-US" dirty="0"/>
              <a:t>User inputs → AI processing → Personalized fitness output</a:t>
            </a:r>
          </a:p>
          <a:p>
            <a:r>
              <a:rPr lang="en-US" sz="1600" b="1" dirty="0"/>
              <a:t>Deployment:</a:t>
            </a:r>
            <a:endParaRPr lang="en-US" sz="1600" dirty="0"/>
          </a:p>
          <a:p>
            <a:pPr lvl="1"/>
            <a:r>
              <a:rPr lang="en-US" dirty="0"/>
              <a:t>Application deployed on </a:t>
            </a:r>
            <a:r>
              <a:rPr lang="en-US" b="1" dirty="0"/>
              <a:t>Streamlit Cloud</a:t>
            </a:r>
            <a:endParaRPr lang="en-US" dirty="0"/>
          </a:p>
          <a:p>
            <a:pPr lvl="1"/>
            <a:r>
              <a:rPr lang="en-US" dirty="0"/>
              <a:t>Accessible through any modern web browser</a:t>
            </a:r>
          </a:p>
          <a:p>
            <a:r>
              <a:rPr lang="en-US" sz="1600" b="1" dirty="0"/>
              <a:t>Version Control:</a:t>
            </a:r>
            <a:endParaRPr lang="en-US" sz="1600" dirty="0"/>
          </a:p>
          <a:p>
            <a:pPr lvl="1"/>
            <a:r>
              <a:rPr lang="en-US" dirty="0"/>
              <a:t>Source code managed using </a:t>
            </a:r>
            <a:r>
              <a:rPr lang="en-US" b="1" dirty="0"/>
              <a:t>GitHub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73919"/>
            <a:ext cx="11029616" cy="53029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 sz="20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6B1088C-89EA-3F94-B807-2B09819E8A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304215"/>
            <a:ext cx="8188332" cy="498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600" b="1" dirty="0"/>
              <a:t>Algorithm</a:t>
            </a:r>
          </a:p>
          <a:p>
            <a:r>
              <a:rPr lang="en-US" sz="1600" dirty="0"/>
              <a:t>Collect user inputs (age, height, weight, fitness goal, diet preference, budget, equipment).</a:t>
            </a:r>
          </a:p>
          <a:p>
            <a:r>
              <a:rPr lang="en-US" sz="1600" dirty="0"/>
              <a:t>Preprocess inputs to ensure valid and meaningful data.</a:t>
            </a:r>
          </a:p>
          <a:p>
            <a:r>
              <a:rPr lang="en-US" sz="1600" dirty="0"/>
              <a:t>Construct a structured prompt based on user requirements.</a:t>
            </a:r>
          </a:p>
          <a:p>
            <a:r>
              <a:rPr lang="en-US" sz="1600" dirty="0"/>
              <a:t>Use </a:t>
            </a:r>
            <a:r>
              <a:rPr lang="en-US" sz="1600" b="1" dirty="0"/>
              <a:t>Google Gemini AI</a:t>
            </a:r>
            <a:r>
              <a:rPr lang="en-US" sz="1600" dirty="0"/>
              <a:t> to generate:</a:t>
            </a:r>
          </a:p>
          <a:p>
            <a:pPr lvl="1"/>
            <a:r>
              <a:rPr lang="en-US" dirty="0"/>
              <a:t>Personalized workout routine</a:t>
            </a:r>
          </a:p>
          <a:p>
            <a:pPr lvl="1"/>
            <a:r>
              <a:rPr lang="en-US" dirty="0"/>
              <a:t>Budget-friendly, culturally suitable diet plan</a:t>
            </a:r>
          </a:p>
          <a:p>
            <a:r>
              <a:rPr lang="en-US" sz="1600" dirty="0"/>
              <a:t>Display AI-generated recommendations in the Streamlit interface.</a:t>
            </a:r>
          </a:p>
          <a:p>
            <a:pPr marL="0" indent="0">
              <a:buNone/>
            </a:pPr>
            <a:r>
              <a:rPr lang="en-US" sz="1600" b="1" dirty="0"/>
              <a:t>Deployment</a:t>
            </a:r>
          </a:p>
          <a:p>
            <a:r>
              <a:rPr lang="en-US" sz="1600" dirty="0"/>
              <a:t>Application hosted on </a:t>
            </a:r>
            <a:r>
              <a:rPr lang="en-US" sz="1600" b="1" dirty="0"/>
              <a:t>Streamlit Cloud</a:t>
            </a:r>
            <a:r>
              <a:rPr lang="en-US" sz="1600" dirty="0"/>
              <a:t>.</a:t>
            </a:r>
          </a:p>
          <a:p>
            <a:r>
              <a:rPr lang="en-US" sz="1600" dirty="0"/>
              <a:t>Backend and AI logic executed using </a:t>
            </a:r>
            <a:r>
              <a:rPr lang="en-US" sz="1600" b="1" dirty="0"/>
              <a:t>Python</a:t>
            </a:r>
            <a:r>
              <a:rPr lang="en-US" sz="1600" dirty="0"/>
              <a:t>.</a:t>
            </a:r>
          </a:p>
          <a:p>
            <a:r>
              <a:rPr lang="en-US" sz="1600" dirty="0"/>
              <a:t>Source code maintained on </a:t>
            </a:r>
            <a:r>
              <a:rPr lang="en-US" sz="1600" b="1" dirty="0"/>
              <a:t>GitHub</a:t>
            </a:r>
            <a:r>
              <a:rPr lang="en-US" sz="1600" dirty="0"/>
              <a:t>.</a:t>
            </a:r>
          </a:p>
          <a:p>
            <a:r>
              <a:rPr lang="en-US" sz="1600" dirty="0"/>
              <a:t>System accessible via any </a:t>
            </a:r>
            <a:r>
              <a:rPr lang="en-US" sz="1600" b="1" dirty="0"/>
              <a:t>web browser</a:t>
            </a:r>
            <a:r>
              <a:rPr lang="en-US" sz="1600" dirty="0"/>
              <a:t> without local installation.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31654"/>
            <a:ext cx="11029616" cy="53029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A7785D-C513-8B73-6E31-3B54A4A5A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484" y="1397093"/>
            <a:ext cx="10373032" cy="494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26E873-50B7-5506-B7FA-A8C18EEED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077" y="904181"/>
            <a:ext cx="10559845" cy="504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394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4530A7-8348-660A-85BB-44C0D27A4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29" y="788290"/>
            <a:ext cx="11198942" cy="528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317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98801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972EB66C-634F-A78B-B6B9-5A20E3FA1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663902"/>
            <a:ext cx="10760959" cy="4224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Successfully developed an </a:t>
            </a:r>
            <a:r>
              <a:rPr lang="en-US" sz="1800" b="1" dirty="0"/>
              <a:t>AI-powered Personalized Workout &amp; Diet Planner</a:t>
            </a:r>
            <a:r>
              <a:rPr lang="en-US" sz="1800" dirty="0"/>
              <a:t> tailored for students</a:t>
            </a:r>
          </a:p>
          <a:p>
            <a:r>
              <a:rPr lang="en-US" sz="1800" dirty="0"/>
              <a:t>The system overcomes limitations of generic fitness apps by considering:</a:t>
            </a:r>
          </a:p>
          <a:p>
            <a:pPr lvl="1"/>
            <a:r>
              <a:rPr lang="en-US" sz="1800" dirty="0"/>
              <a:t>Individual fitness goals</a:t>
            </a:r>
          </a:p>
          <a:p>
            <a:pPr lvl="1"/>
            <a:r>
              <a:rPr lang="en-US" sz="1800" dirty="0"/>
              <a:t>Cultural and dietary preferences</a:t>
            </a:r>
          </a:p>
          <a:p>
            <a:pPr lvl="1"/>
            <a:r>
              <a:rPr lang="en-US" sz="1800" dirty="0"/>
              <a:t>Budget and resource constraints</a:t>
            </a:r>
            <a:endParaRPr lang="en-US" sz="2000" dirty="0"/>
          </a:p>
          <a:p>
            <a:r>
              <a:rPr lang="en-US" sz="1800" dirty="0"/>
              <a:t>Integration of </a:t>
            </a:r>
            <a:r>
              <a:rPr lang="en-US" sz="1800" b="1" dirty="0"/>
              <a:t>Google Gemini AI</a:t>
            </a:r>
            <a:r>
              <a:rPr lang="en-US" sz="1800" dirty="0"/>
              <a:t> enables dynamic, intelligent, and adaptive recommendations</a:t>
            </a:r>
            <a:endParaRPr lang="en-US" sz="1800" b="1" dirty="0"/>
          </a:p>
          <a:p>
            <a:r>
              <a:rPr lang="en-US" sz="1800" dirty="0"/>
              <a:t>Application hosted on </a:t>
            </a:r>
            <a:r>
              <a:rPr lang="en-US" sz="1800" b="1" dirty="0"/>
              <a:t>Streamlit Cloud</a:t>
            </a:r>
            <a:endParaRPr lang="en-US" sz="1800" dirty="0"/>
          </a:p>
          <a:p>
            <a:r>
              <a:rPr lang="en-US" sz="1800" dirty="0"/>
              <a:t>Deployment on </a:t>
            </a:r>
            <a:r>
              <a:rPr lang="en-US" sz="1800" b="1" dirty="0"/>
              <a:t>Streamlit Cloud</a:t>
            </a:r>
            <a:r>
              <a:rPr lang="en-US" sz="1800" dirty="0"/>
              <a:t> ensures </a:t>
            </a:r>
            <a:r>
              <a:rPr lang="en-US" sz="1800" b="1" dirty="0"/>
              <a:t>easy accessibility and scalability</a:t>
            </a:r>
            <a:endParaRPr lang="en-US" sz="1800" dirty="0"/>
          </a:p>
          <a:p>
            <a:r>
              <a:rPr lang="en-US" sz="1800" dirty="0"/>
              <a:t>Source code maintained on </a:t>
            </a:r>
            <a:r>
              <a:rPr lang="en-US" sz="1800" b="1" dirty="0"/>
              <a:t>GitHub</a:t>
            </a:r>
            <a:r>
              <a:rPr lang="en-US" sz="1800" dirty="0"/>
              <a:t>.</a:t>
            </a:r>
          </a:p>
          <a:p>
            <a:r>
              <a:rPr lang="en-US" sz="1800" dirty="0"/>
              <a:t>The project demonstrates the </a:t>
            </a:r>
            <a:r>
              <a:rPr lang="en-US" sz="1800" b="1" dirty="0"/>
              <a:t>practical application of AI</a:t>
            </a:r>
            <a:r>
              <a:rPr lang="en-US" sz="1800" dirty="0"/>
              <a:t> in solving real-world health and fitness challenges</a:t>
            </a: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C5042D0F-60A5-EEAC-C66A-F24B869DC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670" y="1687645"/>
            <a:ext cx="8906284" cy="2559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060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Integrate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user progress tracking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and fitness analytics over time.</a:t>
            </a:r>
          </a:p>
          <a:p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Add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BMI, calorie tracking, and performance metrics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for deeper personalization.</a:t>
            </a:r>
          </a:p>
          <a:p>
            <a:r>
              <a:rPr lang="en-US" sz="1800" dirty="0"/>
              <a:t>S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upport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regional language options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to improve accessibility.</a:t>
            </a:r>
          </a:p>
          <a:p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Include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wearable device integration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for real-time health data.</a:t>
            </a:r>
          </a:p>
          <a:p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Enhance recommendations using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continuous learning and feedback loops.</a:t>
            </a:r>
          </a:p>
          <a:p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Expand the system to support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medical or trainer-guided customization.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79136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 dirty="0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D9AA6400-E4F6-1D4B-795F-6D95B4BA0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92" y="1409432"/>
            <a:ext cx="6468502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[1] Google, “Gemini API Documentation,” Google Developers.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[Online]. Available: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https://ai.google.dev/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[2] Streamlit Inc., “Streamlit Documentation,” Streamlit.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[Online]. Available: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https://docs.streamlit.io/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[3] Python Software Foundation, “Python 3 Documentation.”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[Online]. Available: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https://docs.python.org/3/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[4] GitHub, Inc., “GitHub Documentation.”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[Online]. Available: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https://docs.github.com/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18F4-90FF-869B-D16A-31F40314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Project links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8B4D2-2154-F20B-F64F-A6097D21B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1313355"/>
          </a:xfrm>
        </p:spPr>
        <p:txBody>
          <a:bodyPr/>
          <a:lstStyle/>
          <a:p>
            <a:r>
              <a:rPr lang="en-IN" b="1" i="1" dirty="0"/>
              <a:t>Github Link : </a:t>
            </a:r>
            <a:r>
              <a:rPr lang="en-IN" b="1" i="1" dirty="0">
                <a:hlinkClick r:id="rId2"/>
              </a:rPr>
              <a:t>https://github.com/Raghavapranav3443/SmartFit-Edunet/</a:t>
            </a:r>
            <a:r>
              <a:rPr lang="en-IN" b="1" i="1" dirty="0"/>
              <a:t> </a:t>
            </a:r>
          </a:p>
          <a:p>
            <a:r>
              <a:rPr lang="en-IN" b="1" i="1" dirty="0"/>
              <a:t>Deployment Link: </a:t>
            </a:r>
            <a:r>
              <a:rPr lang="en-IN" b="1" i="1" dirty="0">
                <a:hlinkClick r:id="rId3"/>
              </a:rPr>
              <a:t>https://smartfit-student.streamlit.app/</a:t>
            </a:r>
            <a:r>
              <a:rPr lang="en-IN" b="1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95909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4991" y="3046771"/>
            <a:ext cx="3322017" cy="76445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1136</TotalTime>
  <Words>738</Words>
  <Application>Microsoft Office PowerPoint</Application>
  <PresentationFormat>Widescreen</PresentationFormat>
  <Paragraphs>96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Project title - Personalized Workout &amp; Diet Planner with AI</vt:lpstr>
      <vt:lpstr>OUTLINE</vt:lpstr>
      <vt:lpstr>Problem Statement - Personalized Workout &amp; Diet Planner with AI</vt:lpstr>
      <vt:lpstr>Proposed Solution</vt:lpstr>
      <vt:lpstr>System  development Approach</vt:lpstr>
      <vt:lpstr>Algorithm &amp; Deployment</vt:lpstr>
      <vt:lpstr>Result</vt:lpstr>
      <vt:lpstr>PowerPoint Presentation</vt:lpstr>
      <vt:lpstr>PowerPoint Presentation</vt:lpstr>
      <vt:lpstr>Conclusion</vt:lpstr>
      <vt:lpstr>PowerPoint Presentation</vt:lpstr>
      <vt:lpstr>References</vt:lpstr>
      <vt:lpstr>Project links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Juluru Raghava Pranav</cp:lastModifiedBy>
  <cp:revision>40</cp:revision>
  <dcterms:created xsi:type="dcterms:W3CDTF">2021-05-26T16:50:10Z</dcterms:created>
  <dcterms:modified xsi:type="dcterms:W3CDTF">2026-01-20T14:49:20Z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